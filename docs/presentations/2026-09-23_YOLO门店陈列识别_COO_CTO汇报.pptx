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097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9260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COO &amp; CTO 战略与技术汇报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PingFang SC"/>
              </a:defRPr>
            </a:pPr>
            <a:r>
              <a:t>门店陈列 AI 智能识别方案汇报</a:t>
            </a:r>
          </a:p>
          <a:p>
            <a:pPr>
              <a:spcBef>
                <a:spcPts val="1400"/>
              </a:spcBef>
              <a:defRPr sz="1800">
                <a:solidFill>
                  <a:srgbClr val="94A3B8"/>
                </a:solidFill>
                <a:latin typeface="PingFang SC"/>
              </a:defRPr>
            </a:pPr>
            <a:r>
              <a:t>YOLO 自研视觉模型实测突破 96% 准确率、端侧实时扫描能力与多模态大模型路径深度对比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33756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114800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PingFang SC"/>
              </a:defRPr>
            </a:pPr>
            <a:r>
              <a:t>技术结论先行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PingFang SC"/>
              </a:defRPr>
            </a:pPr>
            <a:r>
              <a:t>实测 Precision 达 96.10%，mAP50 达 90.51%，视觉识别完全可行且达标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931920"/>
            <a:ext cx="333756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114800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PingFang SC"/>
              </a:defRPr>
            </a:pPr>
            <a:r>
              <a:t>端侧 0 成本实时扫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PingFang SC"/>
              </a:defRPr>
            </a:pPr>
            <a:r>
              <a:t>支持 CoreML/NCNN 手机本地离线运行，30FPS 实时取景框扫描，0 云端推理成本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931920"/>
            <a:ext cx="333756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4114800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PingFang SC"/>
              </a:defRPr>
            </a:pPr>
            <a:r>
              <a:t>最佳推荐路径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PingFang SC"/>
              </a:defRPr>
            </a:pPr>
            <a:r>
              <a:t>采用『端侧轻量 YOLO 秒级扫描 + 云端大模型深度决策』的端云协同架构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汇报主体：视觉 AI 研发项目组  |  日期：2026-09-23  |  项目代码库：PRO/me/yoloExample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ingFang SC"/>
              </a:defRPr>
            </a:pPr>
            <a:r>
              <a:t>核心结论先行：YOLO 自研方案商业与技术可行性已得到双重验证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1234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149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4ED8"/>
                </a:solidFill>
              </a:defRPr>
            </a:pPr>
            <a:r>
              <a:t>🎯 战略总结论：YOLO 识别方案完全可行，且已具备端侧实时化商用落地条件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基于真实海外复杂货架场景实测，模型精确度已达 96.10%，mAP50 达到 90.51%（均超过 90% 的工业级交付阈值）。同时，YOLO 具备多模态大模型无法实现的手机本地 30FPS 实时扫描能力，单图端侧推理成本为 $0。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3375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697480"/>
            <a:ext cx="33375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971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为什么选择自研 YOLO 检测？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超高精确度 (96.10%)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在加纳等真实海外门店复杂光照、遮挡、密集陈列下，精确识别并统计目标包装，误检率极低。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真机实时扫描 (30 FPS)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已成功导出 iOS CoreML 与 ONNX，可在移动端相机预览流中直接实时框选并计数，秒级反馈。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零边缘推理算力成本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运算在访销员手机本地 NPU 完成，无需消耗云端 GPU，100% 离线可用，无惧弱网。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697480"/>
            <a:ext cx="33375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5696" y="2697480"/>
            <a:ext cx="33375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2880360"/>
            <a:ext cx="2971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为什么不直接全量用大模型 API？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无法做到端侧实时交互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多模态大模型单图云端推理需 2~6 秒且需上传原图，根本无法支持手机打开相机实时扫码式识别。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密集小包装易出现幻觉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多模态大模型在数十件密集叠放货架场景下，计数常有漏算/多算，难以给出像素级精准框。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API 长期调用成本高昂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每万张图片大模型 API 需 $25~$150 USD，是自研 YOLO 云端推理成本的 100~500 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1" y="2697480"/>
            <a:ext cx="33375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9871" y="2697480"/>
            <a:ext cx="33375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1" y="2880360"/>
            <a:ext cx="2971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终极架构建议：端云协同二段式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端侧 YOLO：快看 &amp; 精准数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手机端打开相机 0.1 秒极速完成陈列打框、计数统计与照片防抖防模糊质检。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云端大模型：深读 &amp; 提建议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结合 YOLO 统计数据与 OCR 文本，云端大模型对门店做陈列等级评分、合规审查与经营整改建议。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实现体验、精度与成本最优解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既满足一线业务员零延迟工作流，又满足总部对门店商业智能的深度洞察。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ingFang SC"/>
              </a:defRPr>
            </a:pPr>
            <a:r>
              <a:t>实测成果：基于加纳（GH）真实门店数据两次云端训练全部突破 90% 指标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60350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📊 真实海外业务数据云端实测（EC2 A10G）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样本集：加纳真实门店 350 张陈列图片（含复杂反光、倾斜与多包重叠）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5669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01168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关键评估指标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第一次实测 (09-20)</a:t>
                      </a:r>
                    </a:p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yolo26m @ 960px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第二次实测 (09-22)</a:t>
                      </a:r>
                    </a:p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yolo26s @ 640px (轻量化)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精确率 (Precision)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92.15%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96.10% (↑ 3.95%)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定位精度 (mAP@50)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91.05%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90.51% (超高基线)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全阈值 (mAP@50-95)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59.37%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58.49%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召回率 (Recall)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83.32%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81.24%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206240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D4ED8"/>
                </a:solidFill>
              </a:defRPr>
            </a:pPr>
            <a:r>
              <a:t>💡 关键技术结论：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两次实测 Precision 与 mAP50 均突破 90%，证明数据工程与标签定义非常扎实。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轻量级模型 yolo26s 在 640px 分辨率下精确率达 96.10%，误检率极低，非常适合作为手机端实时扫描的主力模型。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已顺利完成 Apple CoreML (.mlpackage) 与 ONNX 导出，打通端侧全流程链路。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280160"/>
            <a:ext cx="451073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417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📈 模型训练收敛与预测可视化</a:t>
            </a:r>
          </a:p>
        </p:txBody>
      </p:sp>
      <p:pic>
        <p:nvPicPr>
          <p:cNvPr id="10" name="Picture 9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783080"/>
            <a:ext cx="41148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ingFang SC"/>
              </a:defRPr>
            </a:pPr>
            <a:r>
              <a:t>系统架构：基于『设计.md』的工业级数据闭环与全自动化训练管线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0116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41732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173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阶段 0：数据沉淀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海量原图接入池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965960"/>
            <a:ext cx="1737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737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从业务系统/S3 自动拉取整改后真实门店原图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建立原始图片版本管理与 Hash 去重机制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支持多国多业务线隔离存储与统一归档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280160"/>
            <a:ext cx="20116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44951" y="141732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1" y="14173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阶段 1：智能初筛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OCR 辅助品牌匹配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44951" y="1965960"/>
            <a:ext cx="1737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1" y="2057400"/>
            <a:ext cx="1737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RapidOCR / PP-OCR 毫秒级提取包装文字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本地视觉大模型辅助模糊商标与别名识别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精准过滤出含目标品牌图片，降噪 60%+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280160"/>
            <a:ext cx="20116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21224" y="141732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8424" y="14173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阶段 2：预标注复核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YOLO-World / Label Studio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21224" y="1965960"/>
            <a:ext cx="1737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1224" y="2057400"/>
            <a:ext cx="1737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YOLO-World 开放词汇 + YOLOE 视觉提示预标注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自动生成高质量候选框与预测置信度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Label Studio 人工极速复核，效率提升 3 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1280160"/>
            <a:ext cx="20116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97496" y="141732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14173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阶段 3：自动化训练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EC2 GPU 训练与验证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97496" y="1965960"/>
            <a:ext cx="1737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7496" y="2057400"/>
            <a:ext cx="1737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一键生成 YOLO 标准格式 images/labels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AWS EC2 (A10G/L40S) 自动化触发训练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自动产出指标 CSV、混淆矩阵与评估报告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36608" y="1280160"/>
            <a:ext cx="20116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73768" y="1417320"/>
            <a:ext cx="411480" cy="41148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14173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阶段 4：多端部署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端侧与云端多格式交付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73768" y="1965960"/>
            <a:ext cx="1737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73768" y="2057400"/>
            <a:ext cx="1737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导出 iOS CoreML (.mlpackage) 供手机扫描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导出 NCNN / LiteRT 供 Android 离线部署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导出 TensorRT FP16 供服务端千张/秒批量推理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ingFang SC"/>
              </a:defRPr>
            </a:pPr>
            <a:r>
              <a:t>成本全面测算：自研 YOLO 带来极致经济性，端侧推理成本为 $0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💰 训练成本分析（极低算力消耗）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单次全量训练算力费用：</a:t>
            </a:r>
          </a:p>
          <a:p>
            <a:pPr>
              <a:spcBef>
                <a:spcPts val="100"/>
              </a:spcBef>
              <a:defRPr sz="1200" b="1">
                <a:solidFill>
                  <a:srgbClr val="059669"/>
                </a:solidFill>
              </a:defRPr>
            </a:pPr>
            <a:r>
              <a:t>   约 $0.30 ~ $0.70 USD / 次（2 ~ 5 元 RMB）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   AWS EC2 g5.4xlarge (A10G) 仅需 15~25 分钟即可完成 100 轮训练。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按月持续重训开销：</a:t>
            </a:r>
          </a:p>
          <a:p>
            <a:pPr>
              <a:spcBef>
                <a:spcPts val="100"/>
              </a:spcBef>
              <a:defRPr sz="1200" b="1">
                <a:solidFill>
                  <a:srgbClr val="059669"/>
                </a:solidFill>
              </a:defRPr>
            </a:pPr>
            <a:r>
              <a:t>   约 &lt; $10 USD / 月（约 70 元 RMB）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   每周重训 1 次，每月执行 4 次完整训练，计算成本几乎可忽略不计。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海量数据 S3 存储费用：</a:t>
            </a:r>
          </a:p>
          <a:p>
            <a:pPr>
              <a:spcBef>
                <a:spcPts val="100"/>
              </a:spcBef>
              <a:defRPr sz="1200" b="1">
                <a:solidFill>
                  <a:srgbClr val="059669"/>
                </a:solidFill>
              </a:defRPr>
            </a:pPr>
            <a:r>
              <a:t>   约 $1.50 USD / 月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   按 10 万张门店高清图片（~50GB）及模型权重版本沉淀计费。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人工标注降本 65%+：</a:t>
            </a:r>
          </a:p>
          <a:p>
            <a:pPr>
              <a:spcBef>
                <a:spcPts val="100"/>
              </a:spcBef>
              <a:defRPr sz="1200" b="1">
                <a:solidFill>
                  <a:srgbClr val="059669"/>
                </a:solidFill>
              </a:defRPr>
            </a:pPr>
            <a:r>
              <a:t>   OCR 初筛 + YOLO-World 预标注赋能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   标注人员仅需复核已打好的预测框，单张图复核时间由 30 秒降至 5~8 秒。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4225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⚡ 推理成本与吞吐量横向对比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形态 A：手机端侧 YOLO（推荐主力）</a:t>
            </a:r>
          </a:p>
          <a:p>
            <a:pPr>
              <a:spcBef>
                <a:spcPts val="100"/>
              </a:spcBef>
              <a:defRPr sz="1200" b="1">
                <a:solidFill>
                  <a:srgbClr val="059669"/>
                </a:solidFill>
              </a:defRPr>
            </a:pPr>
            <a:r>
              <a:t>   成本：$0.00 / 图（0 算力 0 流量）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   特性：在访销员手机本地 NPU/GPU 毫秒级运算，无需任何服务器与网络流量消耗。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形态 B：云端 GPU 批量 YOLO 推理</a:t>
            </a:r>
          </a:p>
          <a:p>
            <a:pPr>
              <a:spcBef>
                <a:spcPts val="100"/>
              </a:spcBef>
              <a:defRPr sz="1200" b="1">
                <a:solidFill>
                  <a:srgbClr val="2563EB"/>
                </a:solidFill>
              </a:defRPr>
            </a:pPr>
            <a:r>
              <a:t>   成本：$0.15 ~ $0.35 USD / 万张图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   特性：采用 TensorRT FP16 加速，单卡吞吐达 60~120 张/秒，海量异步审核极度便宜。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形态 C：多模态大模型 API (GPT-4o/Claude)</a:t>
            </a:r>
          </a:p>
          <a:p>
            <a:pPr>
              <a:spcBef>
                <a:spcPts val="100"/>
              </a:spcBef>
              <a:defRPr sz="1200" b="1">
                <a:solidFill>
                  <a:srgbClr val="EF4444"/>
                </a:solidFill>
              </a:defRPr>
            </a:pPr>
            <a:r>
              <a:t>   成本：$25.00 ~ $150.00 USD / 万张图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   特性：成本是自研 YOLO 云端推理的 100~500 倍；且每次需上传数兆原图。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ingFang SC"/>
              </a:defRPr>
            </a:pPr>
            <a:r>
              <a:t>技术路径深度对比：自研 YOLO 与多模态大模型（MLLM）核心维度剖析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  <a:gridCol w="3474720"/>
                <a:gridCol w="1767535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自研 YOLO 检测模型路径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商业/开源多模态大模型路径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选型影响 / 决策结论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手机相机实时扫描</a:t>
                      </a:r>
                    </a:p>
                    <a:p>
                      <a:r>
                        <a:t>(30 FPS 取景框)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✅ 完美支持</a:t>
                      </a:r>
                    </a:p>
                    <a:p>
                      <a:r>
                        <a:t>20~50ms 本地极速响应，实时打框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❌ 无法支持</a:t>
                      </a:r>
                    </a:p>
                    <a:p>
                      <a:r>
                        <a:t>单次需 2~6 秒，必须拍完上传云端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</a:defRPr>
                      </a:pPr>
                      <a:r>
                        <a:t>一线操作体验的关键分水岭</a:t>
                      </a:r>
                    </a:p>
                    <a:p>
                      <a:r>
                        <a:t>(YOLO 完胜)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密集商品精准计数</a:t>
                      </a:r>
                    </a:p>
                    <a:p>
                      <a:r>
                        <a:t>(抗遮挡/叠放)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✅ 极高准确率</a:t>
                      </a:r>
                    </a:p>
                    <a:p>
                      <a:r>
                        <a:t>像素级 Bounding Box，无计数幻觉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⚠️ 中弱 / 易幻觉</a:t>
                      </a:r>
                    </a:p>
                    <a:p>
                      <a:r>
                        <a:t>密集叠放时多算/漏算概率明显增加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</a:defRPr>
                      </a:pPr>
                      <a:r>
                        <a:t>陈列审计与核销基础</a:t>
                      </a:r>
                    </a:p>
                    <a:p>
                      <a:r>
                        <a:t>(YOLO 完胜)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离线 / 弱网可用性</a:t>
                      </a:r>
                    </a:p>
                    <a:p>
                      <a:r>
                        <a:t>(海外偏远门店)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✅ 100% 离线可用</a:t>
                      </a:r>
                    </a:p>
                    <a:p>
                      <a:r>
                        <a:t>模型内置手机，无网环境下正常识别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❌ 完全依赖网络</a:t>
                      </a:r>
                    </a:p>
                    <a:p>
                      <a:r>
                        <a:t>必须上传高清原图，弱网直接阻塞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</a:defRPr>
                      </a:pPr>
                      <a:r>
                        <a:t>决定海外实地落地成功率</a:t>
                      </a:r>
                    </a:p>
                    <a:p>
                      <a:r>
                        <a:t>(YOLO 完胜)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单图推理成本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✅ $0.00 (端侧) / $0.00003 (云端)</a:t>
                      </a:r>
                    </a:p>
                    <a:p>
                      <a:r>
                        <a:t>极低算力消耗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❌ $0.0025 ~ $0.015 / 图</a:t>
                      </a:r>
                    </a:p>
                    <a:p>
                      <a:r>
                        <a:t>成本高出 100~500 倍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</a:defRPr>
                      </a:pPr>
                      <a:r>
                        <a:t>百万级调用下 ROI 悬殊</a:t>
                      </a:r>
                    </a:p>
                    <a:p>
                      <a:r>
                        <a:t>(YOLO 极具优势)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场景语义与经营建议</a:t>
                      </a:r>
                    </a:p>
                    <a:p>
                      <a:r>
                        <a:t>(货架综合评价)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❌ 不支持</a:t>
                      </a:r>
                    </a:p>
                    <a:p>
                      <a:r>
                        <a:t>仅输出物体框、分类与数量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✅ 极强</a:t>
                      </a:r>
                    </a:p>
                    <a:p>
                      <a:r>
                        <a:t>可深度理解陈列整洁度并输出建议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</a:defRPr>
                      </a:pPr>
                      <a:r>
                        <a:t>宏观决策与门店评分</a:t>
                      </a:r>
                    </a:p>
                    <a:p>
                      <a:r>
                        <a:t>(大模型占优)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前期工程建设投入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⚠️ 需搭建数据标注、EC2 训练与导出流</a:t>
                      </a:r>
                    </a:p>
                    <a:p>
                      <a:r>
                        <a:t>(本项目已全部搭建完成)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✅ 无需训练模型</a:t>
                      </a:r>
                    </a:p>
                    <a:p>
                      <a:r>
                        <a:t>只需编写 Prompt 与编排 Skill/MCP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</a:defRPr>
                      </a:pPr>
                      <a:r>
                        <a:t>自研门槛已被本项目打通</a:t>
                      </a:r>
                    </a:p>
                    <a:p>
                      <a:r>
                        <a:t>(两方均可行)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后续运维核心要求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• 收集误检漏检图片</a:t>
                      </a:r>
                    </a:p>
                    <a:p>
                      <a:r>
                        <a:t>• Label Studio 复核后定期重训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• 维护 Prompt / Few-shot 规则</a:t>
                      </a:r>
                    </a:p>
                    <a:p>
                      <a:r>
                        <a:t>• 维护 MCP / Skill 与结构化解析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</a:defRPr>
                      </a:pPr>
                      <a:r>
                        <a:t>YOLO 沉淀私有模型资产</a:t>
                      </a:r>
                    </a:p>
                    <a:p>
                      <a:r>
                        <a:t>大模型沉淀 Prompt 资产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ingFang SC"/>
              </a:defRPr>
            </a:pPr>
            <a:r>
              <a:t>终端实时识别剖析：为什么手机端拍照实时检测只能用 YOLO？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14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5146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22402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1. 终端内存与算力壁垒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大模型根本进不去手机端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</a:defRPr>
            </a:pPr>
            <a:r>
              <a:t>• 一线访销员多使用中低端 Android 手机（4G~6GB 内存）。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</a:defRPr>
            </a:pPr>
            <a:r>
              <a:t>• 即使最小的多模态大模型（2B~7B）也需占用 2GB~5GB 运行内存，极易导致 App 崩溃闪退。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</a:defRPr>
            </a:pPr>
            <a:r>
              <a:t>• 自研 YOLO 模型仅 10MB~25MB 内存占用，各类老旧机型流畅运行。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280160"/>
            <a:ext cx="2514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65576" y="1280160"/>
            <a:ext cx="2514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417320"/>
            <a:ext cx="22402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2. 相机帧率与实时响应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30 FPS 毫秒级 vs 5 秒等待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</a:defRPr>
            </a:pPr>
            <a:r>
              <a:t>• 相机实时扫描要求每秒处理 30 帧画面（每帧预算 &lt;33ms）。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</a:defRPr>
            </a:pPr>
            <a:r>
              <a:t>• YOLO 端侧（CoreML/NCNN）硬件加速仅耗时 20~50ms，实现丝滑 AR 绿框追踪。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</a:defRPr>
            </a:pPr>
            <a:r>
              <a:t>• 多模态大模型单次推理 2~6 秒，根本无法做相机取景流实时动态反馈。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80160"/>
            <a:ext cx="2514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80160"/>
            <a:ext cx="2514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417320"/>
            <a:ext cx="22402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3. 网络带宽与离线刚需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无网环境下业务必须可用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</a:defRPr>
            </a:pPr>
            <a:r>
              <a:t>• 非洲及拉美偏远商超、地下门店常面临无信号或 2G/3G 弱网环境。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</a:defRPr>
            </a:pPr>
            <a:r>
              <a:t>• 云端大模型每张图需上传 3MB~5MB 原图，网络弱时卡死、失败率极高。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</a:defRPr>
            </a:pPr>
            <a:r>
              <a:t>• YOLO 100% 运行在本地芯片，断网状态下照常扫描、计数、打标。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280160"/>
            <a:ext cx="2514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33688" y="1280160"/>
            <a:ext cx="2514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1417320"/>
            <a:ext cx="22402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4. 密集计数的算法确定性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坐标精准定位 vs 文本幻觉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</a:defRPr>
            </a:pPr>
            <a:r>
              <a:t>• YOLO 采用专用的目标检测回归头（Anchor-free / Box Regression），对密集重叠包装极度精准。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</a:defRPr>
            </a:pPr>
            <a:r>
              <a:t>• 大模型本质是自回归文本预测，在货架数几十包纸尿裤时极易产生“数错、多数、漏数”幻觉。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</a:defRPr>
            </a:pPr>
            <a:r>
              <a:t>• 陈列费用核销需要可信、确定性的坐标与置信度证据。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🎯 结论：端侧实时识别是业务员最核心的作业体验，自研 YOLO 是目前行业内唯一可行的技术解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我们通过将 YOLO 导出为 iOS CoreML 及 Android NCNN/TFLite 格式，直接嵌入 Flutter App，让业务员在现场『打开相机对准货架，屏幕即刻实时圈出本品与竞品包装并显示计数』，大幅提升巡店效率与体验。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ingFang SC"/>
              </a:defRPr>
            </a:pPr>
            <a:r>
              <a:t>运维与演进要求：自研 YOLO 与多模态大模型两条路径的落地代价对比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🔧 自研 YOLO 路径的运维与工程要求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数据闭环回流机制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业务端上线后，收集业务员人工上报/置信度 &lt;0.4 的疑难误检漏检图片，持续回流到 raw/images 池。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标注平台与复核规范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维持已搭建的 Label Studio 标注规范，新引入品牌/SKU 时仅需标注 100~200 张典型图即可扩展新类别。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自动化 CI/CD 训练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基于已建立的 Makefile / EC2 工作流，一键触发 GPU 训练、数据校验与自动回归评估。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移动端模型热更新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在 Flutter 端开发模型版本拉取接口，新版 best.pt 导出 CoreML/NCNN 后无需发版 App 即可静默热推模型。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4225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🤖 多模态大模型路径的运维与协议要求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</a:defRPr>
            </a:pPr>
            <a:r>
              <a:t>• 零模型自研负担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无需训练模型，无需管理 GPU 训练集群与 PyTorch 环境，基础设施极度轻量。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</a:defRPr>
            </a:pPr>
            <a:r>
              <a:t>• Prompt &amp; Few-Shot 维护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需持续调试和维护陈列打分与门店画像的 Prompt 模板，维护典型货架示例以保证规则对齐。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</a:defRPr>
            </a:pPr>
            <a:r>
              <a:t>• Skill / MCP 协议编排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维护 Model Context Protocol (MCP) 或 Agent Skill 接口，连接 CRM、商品主数据与图片库。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</a:defRPr>
            </a:pPr>
            <a:r>
              <a:t>• JSON Schema 强校验容错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大模型输出天然存在格式漂移风险，必须建立 Pydantic / JSON Schema 解析与异常重试机制。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</a:defRPr>
            </a:pPr>
            <a:r>
              <a:t>• API 成本与并发流控看板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监控供应商 API 配额、Token 消耗速率与响应超时，配置多供应商容灾降级方案。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ingFang SC"/>
              </a:defRPr>
            </a:pPr>
            <a:r>
              <a:t>战略落地推荐：『端侧 YOLO 极速检测 + 云端大模型深度决策』端云协同架构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【前端】第一段：端侧轻量 YOLO 实时识别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定位：极致的实时交互、精准计数与防抖质检</a:t>
            </a:r>
          </a:p>
          <a:p>
            <a:pPr>
              <a:spcBef>
                <a:spcPts val="800"/>
              </a:spcBef>
              <a:defRPr sz="1150" b="1">
                <a:solidFill>
                  <a:srgbClr val="2563EB"/>
                </a:solidFill>
              </a:defRPr>
            </a:pPr>
            <a:r>
              <a:t>✔ 手机相机实时扫码式识别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</a:defRPr>
            </a:pPr>
            <a:r>
              <a:t>   打开 Flutter 相机，CoreML/NCNN 毫秒级打框追踪，显示当前识别到的包装数量与类别。</a:t>
            </a:r>
          </a:p>
          <a:p>
            <a:pPr>
              <a:spcBef>
                <a:spcPts val="800"/>
              </a:spcBef>
              <a:defRPr sz="1150" b="1">
                <a:solidFill>
                  <a:srgbClr val="2563EB"/>
                </a:solidFill>
              </a:defRPr>
            </a:pPr>
            <a:r>
              <a:t>✔ 现场拍摄质量拦截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</a:defRPr>
            </a:pPr>
            <a:r>
              <a:t>   实时检测模糊、反光、过曝、角度倾斜，在拍摄瞬间提示业务员重拍，从源头保证数据质量。</a:t>
            </a:r>
          </a:p>
          <a:p>
            <a:pPr>
              <a:spcBef>
                <a:spcPts val="800"/>
              </a:spcBef>
              <a:defRPr sz="1150" b="1">
                <a:solidFill>
                  <a:srgbClr val="2563EB"/>
                </a:solidFill>
              </a:defRPr>
            </a:pPr>
            <a:r>
              <a:t>✔ 本品与竞品即刻核销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</a:defRPr>
            </a:pPr>
            <a:r>
              <a:t>   现场 0 秒返回本品陈列数、竞品陈列数与排面占比，无网络也能即刻完成基础合规巡查。</a:t>
            </a:r>
          </a:p>
          <a:p>
            <a:pPr>
              <a:spcBef>
                <a:spcPts val="800"/>
              </a:spcBef>
              <a:defRPr sz="1150" b="1">
                <a:solidFill>
                  <a:srgbClr val="2563EB"/>
                </a:solidFill>
              </a:defRPr>
            </a:pPr>
            <a:r>
              <a:t>✔ 0 云端算力与流量消耗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</a:defRPr>
            </a:pPr>
            <a:r>
              <a:t>   全部在手机端运行，不产生任何后端 GPU 计费与服务器吞吐压力。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4225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【后端】第二段：云端多模态 + 规则引擎深度赋能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定位：多维场景理解、陈列等级评分与经营决策</a:t>
            </a:r>
          </a:p>
          <a:p>
            <a:pPr>
              <a:spcBef>
                <a:spcPts val="800"/>
              </a:spcBef>
              <a:defRPr sz="1150" b="1">
                <a:solidFill>
                  <a:srgbClr val="059669"/>
                </a:solidFill>
              </a:defRPr>
            </a:pPr>
            <a:r>
              <a:t>★ 多维数据融合输入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</a:defRPr>
            </a:pPr>
            <a:r>
              <a:t>   将端侧 YOLO 统计数量 + OCR 价签识别文本 + 门店整图结构化汇总送入云端。</a:t>
            </a:r>
          </a:p>
          <a:p>
            <a:pPr>
              <a:spcBef>
                <a:spcPts val="800"/>
              </a:spcBef>
              <a:defRPr sz="1150" b="1">
                <a:solidFill>
                  <a:srgbClr val="059669"/>
                </a:solidFill>
              </a:defRPr>
            </a:pPr>
            <a:r>
              <a:t>★ AI 智能陈列合规评分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</a:defRPr>
            </a:pPr>
            <a:r>
              <a:t>   多模态大模型结合业务规则，对货架饱满度、黄金陈列位、物料布置给出客观分值。</a:t>
            </a:r>
          </a:p>
          <a:p>
            <a:pPr>
              <a:spcBef>
                <a:spcPts val="800"/>
              </a:spcBef>
              <a:defRPr sz="1150" b="1">
                <a:solidFill>
                  <a:srgbClr val="059669"/>
                </a:solidFill>
              </a:defRPr>
            </a:pPr>
            <a:r>
              <a:t>★ AI 自动生成门店画像与等级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</a:defRPr>
            </a:pPr>
            <a:r>
              <a:t>   反推门店商圈等级、经营能力与分销潜力，免除基层访销员主观误判。</a:t>
            </a:r>
          </a:p>
          <a:p>
            <a:pPr>
              <a:spcBef>
                <a:spcPts val="800"/>
              </a:spcBef>
              <a:defRPr sz="1150" b="1">
                <a:solidFill>
                  <a:srgbClr val="059669"/>
                </a:solidFill>
              </a:defRPr>
            </a:pPr>
            <a:r>
              <a:t>★ 输出个性化整改与经营建议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</a:defRPr>
            </a:pPr>
            <a:r>
              <a:t>   自动向业务员及督导推送整改话术与补货推荐，直接反哺 CRM 2.0。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ingFang SC"/>
              </a:defRPr>
            </a:pPr>
            <a:r>
              <a:t>推进计划：分阶段商业化落地路线图与近期工作规划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375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3375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971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t>Phase 1: 试点闭环 (1~2个月)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</a:defRPr>
            </a:pPr>
            <a:r>
              <a:t>聚焦加纳/重点大区端侧实时试点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Flutter 手机端集成 YOLO CoreML/NCNN 插件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在加纳线下团队开启相机实时扫描功能试点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打通端侧『低置信度/误检图片』自动化回流管道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验证一线业务员巡店时间是否由 3 分钟缩短至 20 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280160"/>
            <a:ext cx="33375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280160"/>
            <a:ext cx="333756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417320"/>
            <a:ext cx="2971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0D9488"/>
                </a:solidFill>
              </a:defRPr>
            </a:pPr>
            <a:r>
              <a:t>Phase 2: 品类扩展 (3~4个月)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</a:defRPr>
            </a:pPr>
            <a:r>
              <a:t>多品类全量覆盖与流水线自动化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扩展至 Softcare, Kleesoft, Doffi, 洗涤, 香皂等全品类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启用自动化增量重训流水线，每周无感升级模型权重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建立多品牌、多国家、多规格的统一模型版本资产库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全面替代人工后台初审，自动化审核率达 90%+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1" y="1280160"/>
            <a:ext cx="33375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1" y="1280160"/>
            <a:ext cx="33375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1" y="1417320"/>
            <a:ext cx="2971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10B981"/>
                </a:solidFill>
              </a:defRPr>
            </a:pPr>
            <a:r>
              <a:t>Phase 3: 智能升级 (5~6个月)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</a:defRPr>
            </a:pPr>
            <a:r>
              <a:t>接入云端多模态形成决策大脑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云端接入 Qwen-VL / GPT-4o 多模态大模型与规则引擎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上线 AI 自动评估门店等级与陈列评分功能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与 CRM 2.0 深度融合，输出千店千面的进货与整改建议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• 形成从『端侧快核销』到『总部智决策』的完整商业闭环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D4ED8"/>
                </a:solidFill>
              </a:defRPr>
            </a:pPr>
            <a:r>
              <a:t>📋 建议 COO &amp; CTO 决策项：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1. 批准启动 Phase 1 手机端（Flutter）实时扫描插件开发与加纳试点； 2. 同意设立常态化样本回流与 Label Studio 快速复核机制。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